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60-second hook. "The UR30 is a 6-axis collaborative robot. We built it a 7th axis — a stepper-driven pump for metal paste dispensing — that takes commands directly from the robot controller in real time. Over the next 15 minutes we'll walk through how we got there, using Bolton's seven-step design process as the backbone."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Motivation. Under-fill during acceleration, over-fill during deceleration — bead quality suffers without coordinated extrusion. No off-the-shelf solution for this in the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RTDE exposes 48 INT + 48 DOUBLE + 64 BOOL registers per direction. All coordination logic — clamping, mode handling, watchdog — lives outside the UR30. Paste dispensing is forgiving compared to FDM; that forgiveness is what makes sub-ms latency unnecessary.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spec in docs/design_specification.md. TBD parameters are bounded with acceptable ranges so design space doesn't collapse while waiting for the motor/pump to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matrices in trades/*.md. Weighted scoring is important here — we had strong intuition about the winners but wanted to force ourselves to document why alternatives were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winners "click" together — RTDE and Klipper are both well-supported on the Raspberry Pi side, and the SKR Pico is Klipper's reference RP2040 board. The coherence is part of why the architecture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dotted box around "Pi" hides complexity — inside it are two processes (bridge daemon, klippy) talking over a Unix socket. Pi400 was originally in the path as a slave serial bridge; we removed it after the Klipper trade made direct USB viable.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protection component has a reason: fuse for catastrophic short, TVS for the UR30 power block switching transients, bulk cap for motor current pulses, polyfuse because the Pi GPIO path bypasses the onboard fuse.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Single-threaded, synchronous by design — predictable timing beats throughput. Stateless translator between two async systems. All 479 tests run in ~1.5s, no hardware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Klipper lookahead is a latency/precision tradeoff we chose intentionally — at the MCU level, step timing is microsecond-precise even though the Linux host has 1-10 ms scheduling jitter.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also satisfies the "sensors" element of the ME472 course prompt. The DIAG signal path is hardware-speed detection that survives the 250ms poll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software testing is mock-based — 479 tests run in 1.5s with zero hardware. Hardware-dependent tests wait on the motor/pump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Hedge honestly — we have a fully validated software stack, a detailed electrical design, and a stretch-goal firmware overlay that's written and unit-tested, but we don't yet have measured latency numbers on the real motor.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Bolton iteration is a feature, not a defect. We wrote about this explicitly in Section H of the report — the specification is better for having been revised.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 ends April 23, but the project has a life beyond — particularly the multi-material and URCap work that a future team could pick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2-3 minutes for Q&amp;A. Likely question topics: latency measurement methodology, why Klipper over ROS/custom, metal paste specifics (defer to instructor-provided info), safety story under fault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W26 Cobot 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i="1"/>
              <a:t>UR30 7th Axis for Metal Paste Dispensing</a:t>
            </a:r>
          </a:p>
          <a:p>
            <a:pPr/>
            <a:r>
              <a:rPr b="1" sz="1800"/>
              <a:t>ME 472 — Mechatronics, Winter 2026</a:t>
            </a:r>
          </a:p>
          <a:p>
            <a:pPr/>
            <a:r>
              <a:rPr b="1" sz="1800"/>
              <a:t>Willem Bell (Software / EE) · Dawood _____ (Mechanical)</a:t>
            </a:r>
          </a:p>
          <a:p>
            <a:pPr/>
            <a:r>
              <a:rPr b="1" sz="1800"/>
              <a:t>April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The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/>
              <a:t>UR30 collaborative robot — no native mechanism for an external coordinated motion axis</a:t>
            </a:r>
          </a:p>
          <a:p>
            <a:pPr lvl="1"/>
            <a:r>
              <a:rPr sz="1800"/>
              <a:t>Metal-paste additive manufacturing requires a pump synchronized to TCP velocity</a:t>
            </a:r>
          </a:p>
          <a:p>
            <a:pPr lvl="1"/>
            <a:r>
              <a:rPr sz="1800"/>
              <a:t>Commercial UR+ accessories: expensive, proprietary, not tuned for paste</a:t>
            </a:r>
          </a:p>
          <a:p>
            <a:pPr lvl="1"/>
            <a:r>
              <a:rPr sz="1800"/>
              <a:t>Digital I/O alternative: on/off only — no speed synchronization</a:t>
            </a:r>
          </a:p>
          <a:p>
            <a:pPr lvl="1"/>
            <a:r>
              <a:rPr b="1" sz="1800"/>
              <a:t>Goal:</a:t>
            </a:r>
            <a:r>
              <a:rPr sz="1800"/>
              <a:t> external stepper axis that takes commands from the UR30 controller in real time, dispenses metal paste, reports status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Problem Analysis — Bolton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/>
              <a:t>Only real-time interface out of UR30: </a:t>
            </a:r>
            <a:r>
              <a:rPr b="1" sz="1800"/>
              <a:t>RTDE on TCP port 30004, 500 Hz</a:t>
            </a:r>
            <a:r>
              <a:rPr sz="1800"/>
              <a:t> (register-based, no motion semantics)</a:t>
            </a:r>
          </a:p>
          <a:p>
            <a:pPr lvl="1"/>
            <a:r>
              <a:rPr sz="1800"/>
              <a:t>Latency tolerance: </a:t>
            </a:r>
            <a:r>
              <a:rPr b="1" sz="1800"/>
              <a:t>20 ms worst-case</a:t>
            </a:r>
            <a:r>
              <a:rPr sz="1800"/>
              <a:t> — at 50 mm/s TCP, that's 1.0 mm bead position error (within 1–5 mm bead width)</a:t>
            </a:r>
          </a:p>
          <a:p>
            <a:pPr lvl="1"/>
            <a:r>
              <a:rPr sz="1800"/>
              <a:t>Power: </a:t>
            </a:r>
            <a:r>
              <a:rPr b="1" sz="1800"/>
              <a:t>2 A continuous / 3.5 A burst @ 24 V</a:t>
            </a:r>
            <a:r>
              <a:rPr sz="1800"/>
              <a:t> from UR30 controller — hard limit</a:t>
            </a:r>
          </a:p>
          <a:p>
            <a:pPr lvl="1"/>
            <a:r>
              <a:rPr sz="1800"/>
              <a:t>Failure modes: RTDE loss, stepper stall, 24 V fault, Klipper crash, USB disconnect — all must drive safe-state within one RTDE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Design Specification — Bolton 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b="1" sz="1800"/>
              <a:t>25 functional requirements</a:t>
            </a:r>
            <a:r>
              <a:rPr sz="1800"/>
              <a:t> (FR-01 through FR-25) — extrusion control, status, safety, homing, connection management</a:t>
            </a:r>
          </a:p>
          <a:p>
            <a:pPr lvl="1"/>
            <a:r>
              <a:rPr b="1" sz="1800"/>
              <a:t>10 constraints</a:t>
            </a:r>
            <a:r>
              <a:rPr sz="1800"/>
              <a:t> (C-01 through C-10) — power, driver limits, platform choices</a:t>
            </a:r>
          </a:p>
          <a:p>
            <a:pPr lvl="1"/>
            <a:r>
              <a:rPr sz="1800"/>
              <a:t>Performance targets: P95 latency &lt; 20 ms, e-stop &lt; 1 RTDE cycle, watchdog 500 ms</a:t>
            </a:r>
          </a:p>
          <a:p>
            <a:pPr lvl="1"/>
            <a:r>
              <a:rPr b="1" sz="1800"/>
              <a:t>6 output + 5 input</a:t>
            </a:r>
            <a:r>
              <a:rPr sz="1800"/>
              <a:t> RTDE registers allocated (minimal; ample headroom)</a:t>
            </a:r>
          </a:p>
          <a:p>
            <a:pPr lvl="1"/>
            <a:r>
              <a:rPr sz="1800"/>
              <a:t>Parameters awaiting hardware: motor current/torque, pump displacement, paste viscosity — bounded ranges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Solution Space — Bolton 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Three weighted-scoring trade studies:</a:t>
            </a:r>
          </a:p>
          <a:p>
            <a:pPr/>
            <a:r>
              <a:rPr sz="1800"/>
              <a:t>Each scored against criteria weighted by update rate, latency, ecosystem, development time, cost</a:t>
            </a:r>
          </a:p>
          <a:p>
            <a:pPr lvl="1"/>
            <a:r>
              <a:rPr b="1" sz="1800"/>
              <a:t>Comm protocol:</a:t>
            </a:r>
            <a:r>
              <a:rPr sz="1800"/>
              <a:t> RTDE vs Modbus TCP vs Primary Interface vs URScript Socket vs XML-RPC vs Dashboard</a:t>
            </a:r>
          </a:p>
          <a:p>
            <a:pPr lvl="1"/>
            <a:r>
              <a:rPr b="1" sz="1800"/>
              <a:t>Firmware framework:</a:t>
            </a:r>
            <a:r>
              <a:rPr sz="1800"/>
              <a:t> Klipper vs Lingua Franca</a:t>
            </a:r>
          </a:p>
          <a:p>
            <a:pPr lvl="1"/>
            <a:r>
              <a:rPr b="1" sz="1800"/>
              <a:t>MCU platform:</a:t>
            </a:r>
            <a:r>
              <a:rPr sz="1800"/>
              <a:t> BTT SKR Pico vs raw RP2040 Pico vs Arduino + CNC Shield vs Teensy 4.1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Trade Study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/>
              <a:t>RTDE: native UR30 support, 500 Hz, bidirectional</a:t>
            </a:r>
          </a:p>
          <a:p>
            <a:pPr lvl="1"/>
            <a:r>
              <a:rPr sz="1800"/>
              <a:t>Klipper: proven motion planning + 100 ms lookahead buffer</a:t>
            </a:r>
          </a:p>
          <a:p>
            <a:pPr lvl="1"/>
            <a:r>
              <a:rPr sz="1800"/>
              <a:t>SKR Pico: TMC2209 soldered, Klipper-native, on hand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Winner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Runner-up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Comm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RTDE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Modbus 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3.30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Firmware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Klipper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Lingua Franca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MCU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SKR Pico 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Raw RP2040 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Selected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```</a:t>
            </a:r>
          </a:p>
          <a:p>
            <a:pPr/>
            <a:r>
              <a:rPr sz="1800"/>
              <a:t>UR30 ──RTDE/TCP 500 Hz──▶ Pi (bridge daemon + Klipper) ──USB 12 Mbps──▶ SKR Pico ──STEP/DIR──▶ TMC2209 ──▶ Stepper ──▶ Pump</a:t>
            </a:r>
          </a:p>
          <a:p>
            <a:pPr/>
            <a:r>
              <a:rPr sz="1800"/>
              <a:t>```</a:t>
            </a:r>
          </a:p>
          <a:p>
            <a:pPr lvl="1"/>
            <a:r>
              <a:rPr b="1" sz="1800"/>
              <a:t>UR30:</a:t>
            </a:r>
            <a:r>
              <a:rPr sz="1800"/>
              <a:t> URScript on teach pendant writes 6 RTDE output registers</a:t>
            </a:r>
          </a:p>
          <a:p>
            <a:pPr lvl="1"/>
            <a:r>
              <a:rPr b="1" sz="1800"/>
              <a:t>Pi:</a:t>
            </a:r>
            <a:r>
              <a:rPr sz="1800"/>
              <a:t> Python bridge daemon (125 Hz) + Klipper host (100 ms lookahead) + Unix socket to klippy</a:t>
            </a:r>
          </a:p>
          <a:p>
            <a:pPr lvl="1"/>
            <a:r>
              <a:rPr b="1" sz="1800"/>
              <a:t>SKR Pico (RP2040):</a:t>
            </a:r>
            <a:r>
              <a:rPr sz="1800"/>
              <a:t> Klipper MCU firmware, 4x TMC2209 soldered, USB-C + 24 V in</a:t>
            </a:r>
          </a:p>
          <a:p>
            <a:pPr lvl="1"/>
            <a:r>
              <a:rPr b="1" sz="1800"/>
              <a:t>Feedback:</a:t>
            </a:r>
            <a:r>
              <a:rPr sz="1800"/>
              <a:t> 5 RTDE input registers (status, error code, actual rate, ready, fault)</a:t>
            </a:r>
          </a:p>
          <a:p>
            <a:pPr lvl="1"/>
            <a:r>
              <a:rPr b="1" sz="1800"/>
              <a:t>Pi400:</a:t>
            </a:r>
            <a:r>
              <a:rPr sz="1800"/>
              <a:t> optional HMI / SSH / Mainsail — not in the real-time loop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Electrical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800"/>
              <a:t>Budget: 1.0 A typical / 1.4 A peak at 24 V</a:t>
            </a:r>
            <a:r>
              <a:rPr sz="1800"/>
              <a:t> — fits in 2 A UR30 continuous limit with 1 A margin</a:t>
            </a:r>
          </a:p>
          <a:p>
            <a:pPr lvl="1"/>
            <a:r>
              <a:rPr b="1" sz="1800"/>
              <a:t>24 V from UR30 power block</a:t>
            </a:r>
            <a:r>
              <a:rPr sz="1800"/>
              <a:t> → 3 A fuse → SMBJ24CA TVS → 100 µF bulk cap</a:t>
            </a:r>
          </a:p>
          <a:p>
            <a:pPr lvl="1"/>
            <a:r>
              <a:rPr b="1" sz="1800"/>
              <a:t>Direct to SKR Pico VIN</a:t>
            </a:r>
            <a:r>
              <a:rPr sz="1800"/>
              <a:t> (logic + TMC2209 VMOT)</a:t>
            </a:r>
          </a:p>
          <a:p>
            <a:pPr lvl="1"/>
            <a:r>
              <a:rPr b="1" sz="1800"/>
              <a:t>Pololu D24V22F5 buck</a:t>
            </a:r>
            <a:r>
              <a:rPr sz="1800"/>
              <a:t> → 5.1 V @ 2.2 A → Pi GPIO header (behind 2 A PTC polyfuse)</a:t>
            </a:r>
          </a:p>
          <a:p>
            <a:pPr lvl="1"/>
            <a:r>
              <a:rPr sz="1800"/>
              <a:t>Signal: Ethernet (RTDE), USB-C (Klipper serial), 4-wire motor cable</a:t>
            </a:r>
          </a:p>
          <a:p>
            <a:pPr lvl="1"/>
            <a:r>
              <a:rPr sz="1800"/>
              <a:t>Pin assignments: gpio14 STEP, gpio13 DIR, gpio15 EN, UART addr 3 (gpio8/9)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b="1" sz="1800"/>
              <a:t>URScript</a:t>
            </a:r>
            <a:r>
              <a:rPr sz="1800"/>
              <a:t> on UR30: writes mode/rate/enable/e-stop/home to output registers at 500 Hz</a:t>
            </a:r>
          </a:p>
          <a:p>
            <a:pPr lvl="1"/>
            <a:r>
              <a:rPr b="1" sz="1800"/>
              <a:t>Bridge daemon</a:t>
            </a:r>
            <a:r>
              <a:rPr sz="1800"/>
              <a:t> (Python, 11 modules, </a:t>
            </a:r>
            <a:r>
              <a:rPr b="1" sz="1800"/>
              <a:t>479 tests, 100 % coverage</a:t>
            </a:r>
            <a:r>
              <a:rPr sz="1800"/>
              <a:t>):</a:t>
            </a:r>
          </a:p>
          <a:p>
            <a:pPr lvl="1"/>
            <a:r>
              <a:rPr sz="1800"/>
              <a:t>`rtde_client` (reads) → `bridge_daemon` state machine → `klipper_client` (writes G-code)</a:t>
            </a:r>
          </a:p>
          <a:p>
            <a:pPr lvl="1"/>
            <a:r>
              <a:rPr sz="1800"/>
              <a:t>`watchdog` stops stepper if no RTDE data in 500 ms</a:t>
            </a:r>
          </a:p>
          <a:p>
            <a:pPr lvl="1"/>
            <a:r>
              <a:rPr sz="1800"/>
              <a:t>`extrusion_profile` — linear / polynomial / lookup-table rate shaping</a:t>
            </a:r>
          </a:p>
          <a:p>
            <a:pPr lvl="1"/>
            <a:r>
              <a:rPr sz="1800"/>
              <a:t>`klipper_status` polls TMC2209 diagnostics at 20 Hz</a:t>
            </a:r>
          </a:p>
          <a:p>
            <a:pPr lvl="1"/>
            <a:r>
              <a:rPr b="1" sz="1800"/>
              <a:t>Klipper</a:t>
            </a:r>
            <a:r>
              <a:rPr sz="1800"/>
              <a:t> on Pi: motion planning + 100 ms MCU lookahead buffer</a:t>
            </a:r>
          </a:p>
          <a:p>
            <a:pPr lvl="1"/>
            <a:r>
              <a:rPr b="1" sz="1800"/>
              <a:t>Klipper firmware</a:t>
            </a:r>
            <a:r>
              <a:rPr sz="1800"/>
              <a:t> on RP2040: 16x microstepping, StealthChop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Latency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/>
              <a:t>20 ms × 50 mm/s = </a:t>
            </a:r>
            <a:r>
              <a:rPr b="1" sz="1800"/>
              <a:t>1.0 mm</a:t>
            </a:r>
            <a:r>
              <a:rPr sz="1800"/>
              <a:t> bead position error — within tolerance</a:t>
            </a:r>
          </a:p>
          <a:p>
            <a:pPr lvl="1"/>
            <a:r>
              <a:rPr sz="1800"/>
              <a:t>Klipper's 100 ms lookahead </a:t>
            </a:r>
            <a:r>
              <a:rPr i="1" sz="1800"/>
              <a:t>adds</a:t>
            </a:r>
            <a:r>
              <a:rPr sz="1800"/>
              <a:t> latency but </a:t>
            </a:r>
            <a:r>
              <a:rPr b="1" sz="1800"/>
              <a:t>eliminates step-timing jitter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Typical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Worst (ms)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UR30 RTDE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Ethernet +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0.1–0.5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Bridge (Python)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Klipper 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0.5–2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USB serial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1–3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MCU step 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&lt;0.1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2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~5–8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~20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Stretch Goal: StallGuard Torque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/>
              <a:t>TMC2209 has a </a:t>
            </a:r>
            <a:r>
              <a:rPr b="1" sz="1800"/>
              <a:t>DIAG pin</a:t>
            </a:r>
            <a:r>
              <a:rPr sz="1800"/>
              <a:t> that asserts in microseconds when load crosses the StallGuard threshold</a:t>
            </a:r>
          </a:p>
          <a:p>
            <a:pPr lvl="1"/>
            <a:r>
              <a:rPr sz="1800"/>
              <a:t>Klipper polls over UART at ~4 Hz — </a:t>
            </a:r>
            <a:r>
              <a:rPr b="1" sz="1800"/>
              <a:t>250 ms blind window</a:t>
            </a:r>
            <a:r>
              <a:rPr sz="1800"/>
              <a:t> for stall damage</a:t>
            </a:r>
          </a:p>
          <a:p>
            <a:pPr lvl="1"/>
            <a:r>
              <a:rPr b="1" sz="1800"/>
              <a:t>Our solution:</a:t>
            </a:r>
            <a:r>
              <a:rPr sz="1800"/>
              <a:t> dedicated firmware on RP2040's idle </a:t>
            </a:r>
            <a:r>
              <a:rPr b="1" sz="1800"/>
              <a:t>Core1</a:t>
            </a:r>
          </a:p>
          <a:p>
            <a:pPr lvl="1"/>
            <a:r>
              <a:rPr sz="1800"/>
              <a:t>Core1 monitors DIAG pin in hardware, debounces, stores event + timestamp in shared SRAM</a:t>
            </a:r>
          </a:p>
          <a:p>
            <a:pPr lvl="1"/>
            <a:r>
              <a:rPr sz="1800"/>
              <a:t>Core0 (Klipper) serves `stallguard_query` / `stallguard_clear` MCU commands</a:t>
            </a:r>
          </a:p>
          <a:p>
            <a:pPr lvl="1"/>
            <a:r>
              <a:rPr sz="1800"/>
              <a:t>Klippy extras module polls at 20 Hz → RTDE input register → URScript can halt robot on stall</a:t>
            </a:r>
          </a:p>
          <a:p>
            <a:pPr lvl="1"/>
            <a:r>
              <a:rPr sz="1800"/>
              <a:t>Safe spinlock #16, zero impact on Klipper step timing</a:t>
            </a:r>
          </a:p>
          <a:p>
            <a:pPr lvl="1"/>
            <a:r>
              <a:rPr sz="1800"/>
              <a:t>Validated by `docs/design/hitl_plan.md` TP-06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Testing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b="1" sz="1800"/>
              <a:t>Functional:</a:t>
            </a:r>
            <a:r>
              <a:rPr sz="1800"/>
              <a:t> `test_basic.script` — 9 sub-tests (init, enable, extrude, retract, home, e-stop, speed-sync, fault, status)</a:t>
            </a:r>
          </a:p>
          <a:p>
            <a:pPr lvl="1"/>
            <a:r>
              <a:rPr b="1" sz="1800"/>
              <a:t>Latency:</a:t>
            </a:r>
            <a:r>
              <a:rPr sz="1800"/>
              <a:t> oscilloscope from UR30 digital output to SKR Pico gpio14 step pulse</a:t>
            </a:r>
          </a:p>
          <a:p>
            <a:pPr lvl="1"/>
            <a:r>
              <a:rPr b="1" sz="1800"/>
              <a:t>Accuracy:</a:t>
            </a:r>
            <a:r>
              <a:rPr sz="1800"/>
              <a:t> commanded vs measured rate @ 5, 10, 25, 50 mm/s; gravimetric paste dispensed</a:t>
            </a:r>
          </a:p>
          <a:p>
            <a:pPr lvl="1"/>
            <a:r>
              <a:rPr b="1" sz="1800"/>
              <a:t>Fault injection:</a:t>
            </a:r>
            <a:r>
              <a:rPr sz="1800"/>
              <a:t> RTDE disconnect, Klipper shutdown, stall, power loss</a:t>
            </a:r>
          </a:p>
          <a:p>
            <a:pPr lvl="1"/>
            <a:r>
              <a:rPr b="1" sz="1800"/>
              <a:t>Stretch:</a:t>
            </a:r>
            <a:r>
              <a:rPr sz="1800"/>
              <a:t> StallGuard HITL (TP-06) — DIAG event reaches URScript in ≤ 100 ms</a:t>
            </a:r>
          </a:p>
          <a:p>
            <a:pPr lvl="1"/>
            <a:r>
              <a:rPr sz="1800"/>
              <a:t>CI/CD: Tier 1 lint+test+shellcheck on every commit; Tier 2 firmware cross-compile; weekly patch-freshness against upstream Klipper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Results vs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800"/>
              <a:t>Status:</a:t>
            </a:r>
            <a:r>
              <a:rPr sz="1800"/>
              <a:t> software and firmware complete; hardware integration pending motor/pump delivery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Result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End-to-end latency &lt; 20 ms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5–8 ms predicted; measurement deferred to Phase 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E-stop response &lt; 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Implemented; measurement deferred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Watchdog &lt; 500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Implemented, 100 % tested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Power draw &lt; 2 A @ 24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 A typ / 1.4 A peak predicted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Speed accuracy &lt; 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Deferred to hardware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479 unit tests @ 100 %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Achieved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Lessons Learned — Bolton Process in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/>
              <a:t>Step 2 ↔ Step 4 iteration was real: the original "slave Pi as serial bridge" architecture died once the Klipper trade study made direct USB viable → saved 0.12 A, one point of failure</a:t>
            </a:r>
          </a:p>
          <a:p>
            <a:pPr lvl="1"/>
            <a:r>
              <a:rPr sz="1800"/>
              <a:t>Specification tightened after driver research: TMC2209 is </a:t>
            </a:r>
            <a:r>
              <a:rPr b="1" sz="1800"/>
              <a:t>thermally limited to 0.8 A</a:t>
            </a:r>
            <a:r>
              <a:rPr sz="1800"/>
              <a:t> without cooling, not 1.2 A — forced a cooling-fan line item</a:t>
            </a:r>
          </a:p>
          <a:p>
            <a:pPr lvl="1"/>
            <a:r>
              <a:rPr sz="1800"/>
              <a:t>Hardware-free development is viable: `FakeKlippy` mocks + `ur_rtde` stub → 479 tests run with zero hardware in 1.5 s</a:t>
            </a:r>
          </a:p>
          <a:p>
            <a:pPr lvl="1"/>
            <a:r>
              <a:rPr sz="1800"/>
              <a:t>CI/CD pays for itself: patch-freshness workflow catches Klipper upstream drift weekly before it breaks our overlay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sz="1800"/>
              <a:t>Full pump + paste characterization on delivered hardware</a:t>
            </a:r>
          </a:p>
          <a:p>
            <a:pPr lvl="1"/>
            <a:r>
              <a:rPr sz="1800"/>
              <a:t>Measured latency + accuracy numbers (Phase 4 completion)</a:t>
            </a:r>
          </a:p>
          <a:p>
            <a:pPr lvl="1"/>
            <a:r>
              <a:rPr sz="1800"/>
              <a:t>Multi-material support (swap paste cartridges mid-print)</a:t>
            </a:r>
          </a:p>
          <a:p>
            <a:pPr lvl="1"/>
            <a:r>
              <a:rPr sz="1800"/>
              <a:t>URCap for teach-pendant UI (Java SDK, not needed for MVP)</a:t>
            </a:r>
          </a:p>
          <a:p>
            <a:pPr lvl="1"/>
            <a:r>
              <a:rPr sz="1800"/>
              <a:t>Predictive G-code timeshifting using Klipper's 100 ms lookahead buffer</a:t>
            </a:r>
          </a:p>
          <a:p>
            <a:pPr lvl="1"/>
            <a:r>
              <a:rPr sz="1800"/>
              <a:t>Production StallGuard tuning with real paste loads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800"/>
              <a:t>Repo:</a:t>
            </a:r>
            <a:r>
              <a:rPr sz="1800"/>
              <a:t> github.com/wrbell/W26-Cobot-Axis</a:t>
            </a:r>
          </a:p>
          <a:p>
            <a:pPr/>
            <a:r>
              <a:rPr b="1" sz="1800"/>
              <a:t>Team:</a:t>
            </a:r>
            <a:r>
              <a:rPr sz="1800"/>
              <a:t> Willem Bell (Software/EE) · Dawood _____ (Mechanical)</a:t>
            </a:r>
          </a:p>
          <a:p>
            <a:pPr/>
            <a:r>
              <a:rPr b="1" sz="1800"/>
              <a:t>Advisor:</a:t>
            </a:r>
            <a:r>
              <a:rPr sz="1800"/>
              <a:t> Prof. Pannier</a:t>
            </a:r>
          </a:p>
          <a:p>
            <a:pPr/>
            <a:r>
              <a:rPr sz="1800"/>
              <a:t>Key references:</a:t>
            </a:r>
          </a:p>
          <a:p>
            <a:pPr lvl="1"/>
            <a:r>
              <a:rPr sz="1800"/>
              <a:t>W. Bolton, </a:t>
            </a:r>
            <a:r>
              <a:rPr i="1" sz="1800"/>
              <a:t>Mechatronics</a:t>
            </a:r>
            <a:r>
              <a:rPr sz="1800"/>
              <a:t>, 7th ed., Pearson, 2019</a:t>
            </a:r>
          </a:p>
          <a:p>
            <a:pPr lvl="1"/>
            <a:r>
              <a:rPr sz="1800"/>
              <a:t>SDU Robotics, </a:t>
            </a:r>
            <a:r>
              <a:rPr i="1" sz="1800"/>
              <a:t>ur_rtde</a:t>
            </a:r>
            <a:r>
              <a:rPr sz="1800"/>
              <a:t> library</a:t>
            </a:r>
          </a:p>
          <a:p>
            <a:pPr lvl="1"/>
            <a:r>
              <a:rPr sz="1800"/>
              <a:t>Klipper3D documentation</a:t>
            </a:r>
          </a:p>
          <a:p>
            <a:pPr lvl="1"/>
            <a:r>
              <a:rPr sz="1800"/>
              <a:t>BTT SKR Pico V1.0 user manual; Trinamic TMC2209 datasheet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Backup: 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/>
              <a:t>Full BOM with DigiKey/Newark part numbers: `docs/phase2/bom.md`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56032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Cost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Electronics (Pi, buck, switch, cables)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$148.79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Protection + passives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$3.65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Wiring + connectors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$30.45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On hand (SKR Pico, Pi 400, PSU)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Provided (motor, pump)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3D-printed (enclosure, mount, clips)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$0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2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~$183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Backup: Power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Idle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Typical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Notes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Pi (via buck, 90% eff)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0.15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0.35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0.45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1.5 A @ 5.1 V design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SKR Pico (logic)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0.05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0.08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RP2040 + TMC2209 quiescent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Stepper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0.10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0.50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1.00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TBD placeholder NEMA 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/>
                        <a:t>Cooling fan (opt.)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0.04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0.08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If TMC2209 cooling required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b="1" sz="120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0.30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~0.97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~1.63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vs 2.0 A / 3.5 A UR30 budget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Backup: RTDE Register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1" sz="1800"/>
              <a:t>UR30 → Pi (output)</a:t>
            </a:r>
          </a:p>
          <a:p>
            <a:pPr/>
            <a:r>
              <a:rPr b="1" sz="1800"/>
              <a:t>Pi → UR30 (input)</a:t>
            </a:r>
          </a:p>
          <a:p>
            <a:pPr/>
            <a:r>
              <a:rPr sz="1800"/>
              <a:t>Reserved: StallGuard load, driver temperature, position target</a:t>
            </a:r>
          </a:p>
          <a:p>
            <a:pPr lvl="1"/>
            <a:r>
              <a:rPr sz="1800"/>
              <a:t>`output_int_register_0` — extrusion mode (0/1/2)</a:t>
            </a:r>
          </a:p>
          <a:p>
            <a:pPr lvl="1"/>
            <a:r>
              <a:rPr sz="1800"/>
              <a:t>`output_double_register_0` — commanded rate (mm/s)</a:t>
            </a:r>
          </a:p>
          <a:p>
            <a:pPr lvl="1"/>
            <a:r>
              <a:rPr sz="1800"/>
              <a:t>`output_double_register_1` — TCP speed (mm/s)</a:t>
            </a:r>
          </a:p>
          <a:p>
            <a:pPr lvl="1"/>
            <a:r>
              <a:rPr sz="1800"/>
              <a:t>`output_bit_register_64/65/66` — enable / e-stop / home</a:t>
            </a:r>
          </a:p>
          <a:p>
            <a:pPr lvl="1"/>
            <a:r>
              <a:rPr sz="1800"/>
              <a:t>`input_int_register_0` — status (0 idle / 1 running / 2 error / 3 homing)</a:t>
            </a:r>
          </a:p>
          <a:p>
            <a:pPr lvl="1"/>
            <a:r>
              <a:rPr sz="1800"/>
              <a:t>`input_int_register_1` — error code (0/1/2/3)</a:t>
            </a:r>
          </a:p>
          <a:p>
            <a:pPr lvl="1"/>
            <a:r>
              <a:rPr sz="1800"/>
              <a:t>`input_double_register_0` — actual rate (mm/s)</a:t>
            </a:r>
          </a:p>
          <a:p>
            <a:pPr lvl="1"/>
            <a:r>
              <a:rPr sz="1800"/>
              <a:t>`input_bit_register_64/65` — ready / fault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